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9A66D4-2AE7-4C8C-8BAB-9862E01F3FAA}" v="2" dt="2025-12-04T19:04:18.3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8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05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86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02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627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29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36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0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25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017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761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84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13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3" name="Picture 2" descr="Cat under blankets">
            <a:extLst>
              <a:ext uri="{FF2B5EF4-FFF2-40B4-BE49-F238E27FC236}">
                <a16:creationId xmlns:a16="http://schemas.microsoft.com/office/drawing/2014/main" id="{7E67B4B1-337D-8758-6E8E-20E795B0E4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67" b="876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40050-01DB-49C4-E72A-6EAE3D6E6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5649211" cy="3685731"/>
          </a:xfrm>
        </p:spPr>
        <p:txBody>
          <a:bodyPr anchor="t">
            <a:normAutofit/>
          </a:bodyPr>
          <a:lstStyle/>
          <a:p>
            <a:pPr algn="l"/>
            <a:r>
              <a:rPr lang="en-US" sz="6100"/>
              <a:t>Sleep Health and Lifestyle BI Application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EB5351-AED2-83C7-60DD-CCA9849B557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86507" y="4437176"/>
            <a:ext cx="4007587" cy="129080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CISC 490 – Final Project</a:t>
            </a: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Analyst/Developer: 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Alejandro Koenen</a:t>
            </a: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Date: 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12/3/25</a:t>
            </a: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145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28DF9E-3E06-3DD5-8D3B-30850C98E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sz="3300"/>
              <a:t>Business Intelligence Problem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C16E87-FF86-27FB-05A9-E240D84197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8" y="2584058"/>
            <a:ext cx="4621553" cy="31590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Dataset: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Sleep Health &amp; Lifestyle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(374 people, 13 original columns).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Main question: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Which lifestyle and occupation factors are associated with sleep quality and sleep disorders across occupations, shift exposure, and SOC groups?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Stakeholders: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Me (analyst/developer)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Students / sample population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Instructor (executive sponsor)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Decisions enabled: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Prioritize lifestyle changes (stress, steps, activity).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Highlight high-risk occupations/SOC groups.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Support wellness and policy recommendations.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BC5A34-1E0B-28E2-D854-455C11D57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1" y="2130093"/>
            <a:ext cx="5837780" cy="259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346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1429F-033C-D4DF-2FDF-C12935D46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Analytics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F3EA2C-C85D-8AB8-4CDE-DA83B42443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7011" y="1380510"/>
            <a:ext cx="4921254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Descriptive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Distributions of sleep duration, quality, stress, steps, vitals, and disorder rates.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on: Data Quality, Occupation Outcomes, Shift-Work Exposure, SOC Group pages.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Diagnostic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Influencers + clustering to find risk factors and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on: Sleep Disorder Drivers, Lifestyle Clusters, occupation pages.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logistic regression (AUROC ≈ 0.963).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/ensemble, AUC weighted ≈ 1.0, accuracy ≈ 58.5%).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What-If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Stress Adjustment &amp; Steps % Change → Sleep Quality (Scenario).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9F1329-D7B1-9E89-7C51-9DAC8CF9F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989" y="5055920"/>
            <a:ext cx="6096000" cy="2194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054BBB-E98E-3167-FE72-3E052C2D7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709" y="1680898"/>
            <a:ext cx="1781424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158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225484-DC83-BB39-4156-8ACCD2B18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Datasets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2111A7-35F6-45EA-E5F4-B65412488E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8" y="2212848"/>
            <a:ext cx="5862396" cy="409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Primary Kaggle dataset</a:t>
            </a: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PersonID, Gender, Age, Occupation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Sleep Duration, Sleep Quality, Activity, Stress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BMI Category, Blood Pressure, Heart Rate, Daily Steps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Sleep Disorder (None / Sleep Apnea / Insomnia)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Occupation enrichment (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occupation_enrichment.csv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</a:rPr>
              <a:t>)</a:t>
            </a: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OccupationNameNormalized</a:t>
            </a:r>
            <a:endParaRPr kumimoji="0" lang="en-US" altLang="en-US" sz="15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SOCMajorGroup</a:t>
            </a:r>
            <a:endParaRPr kumimoji="0" lang="en-US" altLang="en-US" sz="15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ShiftWorkRiskPct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 → used to create 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ShiftRiskBand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 (Low/Moderate/High).</a:t>
            </a: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Azure ML training dataset (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FactSleep_for_Azure.csv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</a:rPr>
              <a:t>)</a:t>
            </a: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Cleaned FactSleep export + 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SleepDisorderFlag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 (0/1) for AutoML.</a:t>
            </a: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16415B-1182-0879-4DCD-5494CBB6B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950" y="433384"/>
            <a:ext cx="2210396" cy="601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507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34770-F663-8EF2-442D-724BFB0A6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 (Star Schema, Fact, Dimensions, Measures)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87EA314-4430-59B0-70A9-53FB28BC9F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6300" y="1680898"/>
            <a:ext cx="6111374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Grain: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row per person in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FactSleep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FactSleep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SleepDurationHours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SleepQualityScore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SleepDisorderFlag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SleepDisorder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Activity, Stress,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DailySteps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BMICategory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SystolicBP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DiastolicBP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HeartRate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ActivityCode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PhysicalActivityBand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&amp; "-" &amp;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DailyStepsBand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Dimensions: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DimPerson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PersonID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Age, Gender)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DimOccupation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(Occupation,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OccupationNameNormalized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SOCMajorGroup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ShiftWorkRiskPct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ShiftRiskBand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DimActivity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PhysicalActivityBand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DailyStepsBand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ActivityCode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DimSOC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(optional snowflake)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 in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Measures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KPIs, scenario measures, Avg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ShiftWork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Risk %, Python Logistic AUROC, Azure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AUC &amp;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05E52-0F15-095D-214C-75C9F2027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198" y="1427340"/>
            <a:ext cx="5087504" cy="488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161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64D2207-AA67-DAD1-D42E-7A07328CA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3C9637-102A-1B7C-B382-1897B81B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80" y="548639"/>
            <a:ext cx="4118686" cy="1294379"/>
          </a:xfrm>
        </p:spPr>
        <p:txBody>
          <a:bodyPr anchor="t">
            <a:normAutofit/>
          </a:bodyPr>
          <a:lstStyle/>
          <a:p>
            <a:r>
              <a:rPr lang="en-US" dirty="0"/>
              <a:t>Data Preprocessing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E72402-F194-2080-5FDB-07E1E3A69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81" y="1964964"/>
            <a:ext cx="3434319" cy="2120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23FB0C-E096-BB17-D5C4-B1C1DF34D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81" y="4188667"/>
            <a:ext cx="3339672" cy="212069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8ACCA9A-5CAF-31AE-210B-7C7E0CEDD0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17310" y="548638"/>
            <a:ext cx="6260012" cy="57607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Consolidation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Loaded Kaggle CSV into Power BI.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Loaded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occupation_enrichment.csv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into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DimOccupation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Exported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FactSleep_for_Azure.csv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for Azure ML.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Cleaning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Normalized occupations →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OccupationNameNormalized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Split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BloodPressure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SystolicBP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/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DiastolicBP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Validated ranges; confirmed no missing vitals.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Transformation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Created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SleepDisorderFlag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(0/1).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Binned Activity &amp; Steps →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PhysicalActivityBand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DailyStepsBand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+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ActivityCode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Computed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ShiftRiskBand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from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ShiftWorkRiskPct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Reduction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Dropped unused raw fields.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Kept only fields used in visuals, measures, or exports.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602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0249-BF6A-8F2C-1B3E-2D0859F3E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System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39D4B2-5442-548F-6FB3-5C20A3DB8F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7" y="1673344"/>
            <a:ext cx="6524423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Sources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 Sleep dataset, occupation enrichment CSV, Azure ML AutoML run.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Staff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analyst (me): Power Query, modeling, DAX, Python, Azure ML.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&amp; Exec Users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Classmates exploring the app.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Instructor acting as executive sponsor.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Warehouse: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Power BI model (FactSleep + dims +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_Measures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Analytics: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 report pages, Python visuals for ROC &amp; clustering.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&amp; Strategy: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KPIs, SOC/shift comparisons, Stress &amp; Steps what-if.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440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601F8-D3AC-FEAD-6778-E85FB57E9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Analyses (8 Total)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74E65-1D6B-4417-84C1-1228557BA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6583800" cy="4593828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Data Quality &amp; Prep</a:t>
            </a:r>
            <a:r>
              <a:rPr lang="en-US" dirty="0"/>
              <a:t> – validate completeness &amp; ranges.</a:t>
            </a:r>
          </a:p>
          <a:p>
            <a:r>
              <a:rPr lang="en-US" b="1" dirty="0"/>
              <a:t>Sleep Disorder Drivers</a:t>
            </a:r>
            <a:r>
              <a:rPr lang="en-US" dirty="0"/>
              <a:t> – primary issue; Key Influencers + Python ROC.</a:t>
            </a:r>
          </a:p>
          <a:p>
            <a:r>
              <a:rPr lang="en-US" b="1" dirty="0"/>
              <a:t>Sleep Quality What-If</a:t>
            </a:r>
            <a:r>
              <a:rPr lang="en-US" dirty="0"/>
              <a:t> – stress/steps sliders → scenario sleep quality.</a:t>
            </a:r>
          </a:p>
          <a:p>
            <a:r>
              <a:rPr lang="en-US" b="1" dirty="0"/>
              <a:t>Occupation Outcomes</a:t>
            </a:r>
            <a:r>
              <a:rPr lang="en-US" dirty="0"/>
              <a:t> – by occupation (Sleep Disorder Rate, duration, quality).</a:t>
            </a:r>
          </a:p>
          <a:p>
            <a:r>
              <a:rPr lang="en-US" b="1" dirty="0"/>
              <a:t>Shift-Work Exposure vs Sleep</a:t>
            </a:r>
            <a:r>
              <a:rPr lang="en-US" dirty="0"/>
              <a:t> – </a:t>
            </a:r>
            <a:r>
              <a:rPr lang="en-US" dirty="0" err="1"/>
              <a:t>ShiftRiskBand</a:t>
            </a:r>
            <a:r>
              <a:rPr lang="en-US" dirty="0"/>
              <a:t> vs outcomes.</a:t>
            </a:r>
          </a:p>
          <a:p>
            <a:r>
              <a:rPr lang="en-US" b="1" dirty="0"/>
              <a:t>SOC Group Comparison</a:t>
            </a:r>
            <a:r>
              <a:rPr lang="en-US" dirty="0"/>
              <a:t> – </a:t>
            </a:r>
            <a:r>
              <a:rPr lang="en-US" dirty="0" err="1"/>
              <a:t>SOCMajorGroup</a:t>
            </a:r>
            <a:r>
              <a:rPr lang="en-US" dirty="0"/>
              <a:t> vs shift risk &amp; sleep outcomes.</a:t>
            </a:r>
          </a:p>
          <a:p>
            <a:r>
              <a:rPr lang="en-US" b="1" dirty="0"/>
              <a:t>Lifestyle Cluster Profiles</a:t>
            </a:r>
            <a:r>
              <a:rPr lang="en-US" dirty="0"/>
              <a:t> – Python k-means clusters.</a:t>
            </a:r>
          </a:p>
          <a:p>
            <a:r>
              <a:rPr lang="en-US" b="1" dirty="0"/>
              <a:t>Azure ML Model Comparison</a:t>
            </a:r>
            <a:r>
              <a:rPr lang="en-US" dirty="0"/>
              <a:t> – Azure </a:t>
            </a:r>
            <a:r>
              <a:rPr lang="en-US" dirty="0" err="1"/>
              <a:t>AutoML</a:t>
            </a:r>
            <a:r>
              <a:rPr lang="en-US" dirty="0"/>
              <a:t> vs Python logistic metrics.</a:t>
            </a:r>
          </a:p>
          <a:p>
            <a:r>
              <a:rPr lang="en-US" dirty="0"/>
              <a:t>1 primary issue analysis (#2).</a:t>
            </a:r>
          </a:p>
          <a:p>
            <a:r>
              <a:rPr lang="en-US" dirty="0"/>
              <a:t>7 expanded analyses.</a:t>
            </a:r>
          </a:p>
          <a:p>
            <a:r>
              <a:rPr lang="en-US" dirty="0"/>
              <a:t>2 Python analyses (#2, #7).</a:t>
            </a:r>
          </a:p>
          <a:p>
            <a:r>
              <a:rPr lang="en-US" dirty="0"/>
              <a:t>1 Azure ML analysis (#8).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3867147-1C83-BF71-39B0-B590EE7F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76CBD4-ED7B-EC4D-0B24-0E927087B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48640"/>
            <a:ext cx="10872216" cy="1133856"/>
          </a:xfrm>
        </p:spPr>
        <p:txBody>
          <a:bodyPr anchor="t">
            <a:normAutofit/>
          </a:bodyPr>
          <a:lstStyle/>
          <a:p>
            <a:r>
              <a:rPr lang="en-US" dirty="0"/>
              <a:t>Primary Analysis – Sleep Disorder Drivers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C8FCF4-7C2C-D781-05CF-6039CBB55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92223"/>
            <a:ext cx="6113926" cy="340851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D61B4D8-2D4D-7BC6-A175-385B15FFAD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77176" y="1792224"/>
            <a:ext cx="4307527" cy="45171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Question: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What drives the probability of having a sleep disorder?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Design considerations: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Identify key risk factors for SleepDisorderFlag.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Provide interpretable, ranked drivers.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Implementation features: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Key Influencers visual targeting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SleepDisorderFlag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</a:rPr>
              <a:t>.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Python logistic regression (scikit-learn) with ROC curve (AUROC ≈ 0.963).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KPI cards: Sleep Disorder Rate, Avg Sleep Quality, Row Count.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Key findings: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Overweight BMI, higher resting heart rate, shorter sleep, and higher stress are top drivers.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792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D26747-3116-3B3F-B8F8-F13B6EFA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4361686" cy="1527048"/>
          </a:xfrm>
        </p:spPr>
        <p:txBody>
          <a:bodyPr anchor="b">
            <a:normAutofit/>
          </a:bodyPr>
          <a:lstStyle/>
          <a:p>
            <a:r>
              <a:rPr lang="en-US" sz="3300"/>
              <a:t>Occupation, Shift Risk, and SOC Analyses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3D7C0A-5E86-06A3-9922-3FB8D6AACA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7" y="2212848"/>
            <a:ext cx="4361687" cy="409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Occupation Outcomes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Matrix + Top N chart → occupations with highest Sleep Disorder Rate.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Shows roles like Sales and Nursing as higher-risk.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Shift-Work Exposure vs Sleep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ShiftWorkRiskPct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</a:rPr>
              <a:t> +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ShiftRiskBand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</a:rPr>
              <a:t> (Low/Moderate/High).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High shift-risk band = higher disorder rate &amp; slightly lower sleep quality.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SOC Group Comparison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Aggregates into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SOCMajorGroup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</a:rPr>
              <a:t>.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Scatter: Avg ShiftWork Risk % vs Sleep Disorder Rate by SOC group.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A1314A-EFF1-5699-EA9A-C89335EE10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42" r="33251"/>
          <a:stretch>
            <a:fillRect/>
          </a:stretch>
        </p:blipFill>
        <p:spPr>
          <a:xfrm>
            <a:off x="5586981" y="0"/>
            <a:ext cx="637336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994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5A14613-C96C-F5FD-0593-24D7C0DA4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4D6541-97B8-1278-833D-E98CB2424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59" y="603504"/>
            <a:ext cx="5237576" cy="1527048"/>
          </a:xfrm>
        </p:spPr>
        <p:txBody>
          <a:bodyPr anchor="b">
            <a:normAutofit/>
          </a:bodyPr>
          <a:lstStyle/>
          <a:p>
            <a:r>
              <a:rPr lang="en-US" sz="3300"/>
              <a:t>Lifestyle Clusters &amp; Azure ML Model Comparison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58DCE4-F16F-8D41-0485-635D2E2634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9758" y="2212848"/>
            <a:ext cx="5237577" cy="409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Lifestyle Cluster Profiles (Python #2)</a:t>
            </a:r>
            <a:endParaRPr kumimoji="0" lang="en-US" altLang="en-US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K-Means clustering on SleepDuration, SleepQuality, Activity, Stress, Steps, Vitals, Age.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Clusters show different Sleep Disorder Rates (e.g., “high-stress, low-sleep” vs “moderate, active”).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Azure ML Model Comparison</a:t>
            </a:r>
            <a:endParaRPr kumimoji="0" lang="en-US" altLang="en-US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Azure AutoML classification on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SleepDisorderFlag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</a:rPr>
              <a:t> (FactSleep_for_Azure).</a:t>
            </a:r>
            <a:endParaRPr kumimoji="0" lang="en-US" altLang="en-US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Best model metrics:</a:t>
            </a:r>
          </a:p>
          <a:p>
            <a:pPr marL="457200" marR="0" lvl="1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AUC weighted ≈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1.0</a:t>
            </a:r>
            <a:endParaRPr kumimoji="0" lang="en-US" altLang="en-US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Accuracy ≈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58.5%</a:t>
            </a:r>
            <a:endParaRPr kumimoji="0" lang="en-US" altLang="en-US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Weighted accuracy ≈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65.9%</a:t>
            </a:r>
            <a:endParaRPr kumimoji="0" lang="en-US" altLang="en-US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Compared to Python logistic AUROC ≈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0.963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Rubric hit:</a:t>
            </a:r>
            <a:endParaRPr kumimoji="0" lang="en-US" altLang="en-US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Python integration in 2 analyses (#2 &amp; #7).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Azure ML trained model used in Analysis 8.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96B620-CA3A-EF31-5994-1C9D22644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858" y="1949198"/>
            <a:ext cx="4919650" cy="13652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EFB3FB-68B1-5EC3-0CC5-00B0A4E85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858" y="3542235"/>
            <a:ext cx="4919652" cy="280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315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C2AB1-26A6-808F-BB3C-EBA59743E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dirty="0"/>
              <a:t>Key Takeaways &amp; Future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D6845E-60A3-6574-6B6D-EAB4D13F10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7" y="2212848"/>
            <a:ext cx="6035041" cy="409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 quality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is strong: no missing vitals; realistic ranges.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Drivers of sleep disorders: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BMI, heart rate, sleep duration, and stress stand out.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Lifestyle levers: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lower stress and more steps slightly improve scenario sleep quality.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Occupation &amp; shift patterns: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certain SOC groups and high-shift-risk jobs show higher Sleep Disorder Rates.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ML integration: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Python and Azure AutoML models both perform well and agree on key risk factors.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Future work: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more variables (caffeine, screen time), larger samples, time-series and more advanced ML analyses.</a:t>
            </a:r>
          </a:p>
        </p:txBody>
      </p:sp>
      <p:pic>
        <p:nvPicPr>
          <p:cNvPr id="6" name="Picture 5" descr="An abstract design with lines and financial symbols">
            <a:extLst>
              <a:ext uri="{FF2B5EF4-FFF2-40B4-BE49-F238E27FC236}">
                <a16:creationId xmlns:a16="http://schemas.microsoft.com/office/drawing/2014/main" id="{C873A065-E9FF-D118-DF55-6D5C67F50C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58" r="26949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826315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1120</Words>
  <Application>Microsoft Office PowerPoint</Application>
  <PresentationFormat>Widescreen</PresentationFormat>
  <Paragraphs>138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VanillaVTI</vt:lpstr>
      <vt:lpstr>Sleep Health and Lifestyle BI Application</vt:lpstr>
      <vt:lpstr>Business Intelligence Problem</vt:lpstr>
      <vt:lpstr>Types of Analytics Used</vt:lpstr>
      <vt:lpstr>Datasets Used</vt:lpstr>
      <vt:lpstr>Data Model (Star Schema, Fact, Dimensions, Measures)</vt:lpstr>
      <vt:lpstr>Data Preprocessing</vt:lpstr>
      <vt:lpstr>High-Level System Architecture</vt:lpstr>
      <vt:lpstr>Overview of Analyses (8 Total)</vt:lpstr>
      <vt:lpstr>Primary Analysis – Sleep Disorder Drivers</vt:lpstr>
      <vt:lpstr>Occupation, Shift Risk, and SOC Analyses</vt:lpstr>
      <vt:lpstr>Lifestyle Clusters &amp; Azure ML Model Comparison</vt:lpstr>
      <vt:lpstr>Key Takeaways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Koenen, Alejandro D.</dc:creator>
  <cp:lastModifiedBy>Koenen, Alejandro D.</cp:lastModifiedBy>
  <cp:revision>2</cp:revision>
  <dcterms:created xsi:type="dcterms:W3CDTF">2025-12-04T17:56:08Z</dcterms:created>
  <dcterms:modified xsi:type="dcterms:W3CDTF">2025-12-09T14:20:28Z</dcterms:modified>
</cp:coreProperties>
</file>